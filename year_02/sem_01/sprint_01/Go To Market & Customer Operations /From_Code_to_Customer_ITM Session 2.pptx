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From Code to Customer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FFBF00"/>
                </a:solidFill>
              </a:defRPr>
            </a:pPr>
            <a:r>
              <a:t>Entrepreneurship / 0–1 at ITM</a:t>
            </a:r>
          </a:p>
          <a:p>
            <a:r>
              <a:t>Practitioner Notes – Not Textbook Answers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Do You Get Ideas by Observing Problems?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 don't start with: "What business should I start?"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 start with: "What is frustrating people?"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Best ideas come from observing behaviour, not just brainstorming.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Examples: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White Collar Hippie: Universities wanted meaningful student experiences; organizing them in India was complicated.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Microbiome Research: Rising interest in gut health, but little personalized, science-led guidance.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 look for: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Problem + Frequency + Willingness to pay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Bigger pain = less convincing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Checkpoints During Ideation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Checkpoint 1: Is this actually a problem?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Talk to people. Don't assume.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Checkpoint 2: Who has the problem?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"Everyone" is not a customer segment.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Checkpoint 3: How are they solving it today?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Competitor could be: Excel + WhatsApp + Google + a human + doing nothing.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Checkpoint 4: Will they pay?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"Great idea!" ≠ validation.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"I'll pay ₹5,000" =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Checkpoint 5: Can we build and sell it economically?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Real problem ≠ automatically a good business.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Real Problem vs. Interesting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Ask: "If I don't solve this, what happens?"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If answer: "Nothing really." → Probably not important.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Look for existing behaviour: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Money, Time, People, Energy, Frustration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Rule of thumb: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Interesting idea = intellectually exciting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Real problem = behaviour already exists around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Validating Assumptions &amp; Deciding What to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Every startup has assumptions.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Danger: Founders treat assumptions as facts.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Process: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1. Write down: "What do I believe?"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→ e.g., "People will pay ₹5,000 for this."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2. Ask: "What is the cheapest experiment to prove/disprove it?"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3. Test the riskiest assumption first.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Example: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Instead of 6 months building an app: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Landing page → Talk to 50 people → Manually deliver to 10 → Ask them to pay.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Key: Don't build technology to validate a business assumption. Run an experiment.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Choosing the Right Market &amp; Customer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Mistake: "My product is for everyone."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Reality: If it's for everyone, it's for nobody.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Evaluate: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1. Pain – Who has the biggest problem?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2. Ability to pay – Who can afford it?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3. Accessibility – Can I reach them?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4. Market size – Enough opportunity?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5. Competition – Who's already solving this?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6. Timing – Why now?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Strategy: Choose a beachhead customer.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Own a small segment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Positioning &amp; Making the Product Stand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Positioning = Answering: "Why should I choose you?"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Not: "Because we're better."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Ask: Better at what? For whom? Compared to what?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Focus on intersection: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Customer + Problem + Differentiation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Example – White Collar Hippie: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Not just travel.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Positioned around experiential learning: education, culture, entrepreneurship, real-world exposure.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Advice: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Don't ask: "How can I make my product better?"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Ask: "How can I make it meaningfully different for a specific customer?"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Business/Revenue Model &amp;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Ask: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1. "Who gets value from this?"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2. "Who is willing to pay for that value?"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→ User ≠ Buyer ≠ Decision maker (especially in B2B)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Pricing: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Not just: Cost + 20%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Ask: "What value am I creating?"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Examples: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Saves ₹10 lakh → Charging ₹50,000 may be cheap.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Creates ₹1,000 value → Charging ₹10,000 is hard.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Early stage: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Simple pricing. Test it. Talk to customers. Change it.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Don't over-optimize pricing before you have 10 customers.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Before Entering the Market &amp; First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First customers = people who really feel the problem.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Don't start with: "How do I advertise to 1M people?"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Start with: "Who are the 20 people who desperately need this?"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Early acquisition: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Warm introductions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Partnerships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Direct outreach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Communities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Content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Referrals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Founder's role: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Do the sales yourself initially.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First 20 customers = your research department.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Challenges, Mistakes &amp; Turning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Key learnings: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Fell in love with solution before validating problem.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→ Classic founder mistake.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Distribution can be more important than product.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→ Great product + no distribution = failure.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Partnerships look great on PowerPoint but need execution on both sides.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Speed of learning &gt; speed of building.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Lessons from Successful &amp; Failed Startups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1. Don't confuse activity with progress.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→ 20 meetings ≠ 1 customer.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2. Revenue &gt; compliments.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→ "Love your idea" ≠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3. Distribution matters enormously.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→ Great product without distribution = hobby.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4. Customer doesn't care how hard your tech was.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→ They care about outcomes.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5. Know when to persist vs. pivot.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→ Persistence ≠ stubbornness.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6. Cash gives you time to learn.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→ Great product can still die without money.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7. Your first idea will probably change.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→ Objective: find something that works, not protect the original idea.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Framework to Leave Students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On the board: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PROBLEM → CUSTOMER → VALIDATION → SOLUTION → GTM → REVENUE → SCALE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Most engineers start here: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SOLUTION → "I built something. Who wants it?"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Entrepreneurs should start here: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PROBLEM → "Who has a painful problem, how are they solving it today, and will they pay me to solve it better?"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Final message: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Don't fall in love with your idea.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Fall in love with the problem.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→ Let the customer tell you what the product should become.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